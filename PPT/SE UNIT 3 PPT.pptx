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software-engineering-unit-3-in-software-engineering-1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software-engineering-unit-3-in-software-engineering-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software-engineering-unit-3-in-software-engineering-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software-engineering-unit-3-in-software-engineering-4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software-engineering-unit-3-in-software-engineering-5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software-engineering-unit-3-in-software-engineering-6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-software-engineering-unit-3-in-software-engineering-7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-software-engineering-unit-3-in-software-engineering-8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-software-engineering-unit-3-in-software-engineering-9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software-engineering-unit-3-in-software-engineering-10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-software-engineering-unit-3-in-software-engineering-11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-software-engineering-unit-3-in-software-engineering-1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-software-engineering-unit-3-in-software-engineering-1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-software-engineering-unit-3-in-software-engineering-14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-software-engineering-unit-3-in-software-engineering-15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-software-engineering-unit-3-in-software-engineering-16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-software-engineering-unit-3-in-software-engineering-17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-software-engineering-unit-3-in-software-engineering-18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-software-engineering-unit-3-in-software-engineering-19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-software-engineering-unit-3-in-software-engineering-20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-software-engineering-unit-3-in-software-engineering-21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-software-engineering-unit-3-in-software-engineering-2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-software-engineering-unit-3-in-software-engineering-2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-software-engineering-unit-3-in-software-engineering-24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-software-engineering-unit-3-in-software-engineering-25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-software-engineering-unit-3-in-software-engineering-26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-software-engineering-unit-3-in-software-engineering-27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-software-engineering-unit-3-in-software-engineering-28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-software-engineering-unit-3-in-software-engineering-29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-software-engineering-unit-3-in-software-engineering-30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-software-engineering-unit-3-in-software-engineering-31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-software-engineering-unit-3-in-software-engineering-3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3-software-engineering-unit-3-in-software-engineering-3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4-software-engineering-unit-3-in-software-engineering-34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-software-engineering-unit-3-in-software-engineering-35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6-software-engineering-unit-3-in-software-engineering-36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-software-engineering-unit-3-in-software-engineering-37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