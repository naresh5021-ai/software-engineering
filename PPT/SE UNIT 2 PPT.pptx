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software-engineering-unit-2-jntuh-r18-syllabus-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software-engineering-unit-2-jntuh-r18-syllabus-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software-engineering-unit-2-jntuh-r18-syllabus-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software-engineering-unit-2-jntuh-r18-syllabus-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software-engineering-unit-2-jntuh-r18-syllabus-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software-engineering-unit-2-jntuh-r18-syllabus-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software-engineering-unit-2-jntuh-r18-syllabus-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software-engineering-unit-2-jntuh-r18-syllabus-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software-engineering-unit-2-jntuh-r18-syllabus-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software-engineering-unit-2-jntuh-r18-syllabus-1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software-engineering-unit-2-jntuh-r18-syllabus-1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software-engineering-unit-2-jntuh-r18-syllabus-1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-software-engineering-unit-2-jntuh-r18-syllabus-1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-software-engineering-unit-2-jntuh-r18-syllabus-1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-software-engineering-unit-2-jntuh-r18-syllabus-1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-software-engineering-unit-2-jntuh-r18-syllabus-1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-software-engineering-unit-2-jntuh-r18-syllabus-1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-software-engineering-unit-2-jntuh-r18-syllabus-1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-software-engineering-unit-2-jntuh-r18-syllabus-1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-software-engineering-unit-2-jntuh-r18-syllabus-2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-software-engineering-unit-2-jntuh-r18-syllabus-2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-software-engineering-unit-2-jntuh-r18-syllabus-2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-software-engineering-unit-2-jntuh-r18-syllabus-2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-software-engineering-unit-2-jntuh-r18-syllabus-2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-software-engineering-unit-2-jntuh-r18-syllabus-2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-software-engineering-unit-2-jntuh-r18-syllabus-2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-software-engineering-unit-2-jntuh-r18-syllabus-2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-software-engineering-unit-2-jntuh-r18-syllabus-2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-software-engineering-unit-2-jntuh-r18-syllabus-2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-software-engineering-unit-2-jntuh-r18-syllabus-3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-software-engineering-unit-2-jntuh-r18-syllabus-3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-software-engineering-unit-2-jntuh-r18-syllabus-3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-software-engineering-unit-2-jntuh-r18-syllabus-3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-software-engineering-unit-2-jntuh-r18-syllabus-3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-software-engineering-unit-2-jntuh-r18-syllabus-3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-software-engineering-unit-2-jntuh-r18-syllabus-3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-software-engineering-unit-2-jntuh-r18-syllabus-3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-software-engineering-unit-2-jntuh-r18-syllabus-3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-software-engineering-unit-2-jntuh-r18-syllabus-3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-software-engineering-unit-2-jntuh-r18-syllabus-4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-software-engineering-unit-2-jntuh-r18-syllabus-4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-software-engineering-unit-2-jntuh-r18-syllabus-4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-software-engineering-unit-2-jntuh-r18-syllabus-4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-software-engineering-unit-2-jntuh-r18-syllabus-4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-software-engineering-unit-2-jntuh-r18-syllabus-4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-software-engineering-unit-2-jntuh-r18-syllabus-4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-software-engineering-unit-2-jntuh-r18-syllabus-4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-software-engineering-unit-2-jntuh-r18-syllabus-4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-software-engineering-unit-2-jntuh-r18-syllabus-4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-software-engineering-unit-2-jntuh-r18-syllabus-5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-software-engineering-unit-2-jntuh-r18-syllabus-5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-software-engineering-unit-2-jntuh-r18-syllabus-5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-software-engineering-unit-2-jntuh-r18-syllabus-5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-software-engineering-unit-2-jntuh-r18-syllabus-5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-software-engineering-unit-2-jntuh-r18-syllabus-5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-software-engineering-unit-2-jntuh-r18-syllabus-5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-software-engineering-unit-2-jntuh-r18-syllabus-5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-software-engineering-unit-2-jntuh-r18-syllabus-5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-software-engineering-unit-2-jntuh-r18-syllabus-5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-software-engineering-unit-2-jntuh-r18-syllabus-6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1-software-engineering-unit-2-jntuh-r18-syllabus-6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-software-engineering-unit-2-jntuh-r18-syllabus-6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-software-engineering-unit-2-jntuh-r18-syllabus-6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-software-engineering-unit-2-jntuh-r18-syllabus-6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-software-engineering-unit-2-jntuh-r18-syllabus-6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-software-engineering-unit-2-jntuh-r18-syllabus-6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-software-engineering-unit-2-jntuh-r18-syllabus-6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-software-engineering-unit-2-jntuh-r18-syllabus-6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-software-engineering-unit-2-jntuh-r18-syllabus-6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