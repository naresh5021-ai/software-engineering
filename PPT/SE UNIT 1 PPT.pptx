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Engineering-Introduction-UNIT-1-ppt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Engineering-Introduction-UNIT-1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Engineering-Introduction-UNIT-1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Engineering-Introduction-UNIT-1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Engineering-Introduction-UNIT-1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Engineering-Introduction-UNIT-1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Engineering-Introduction-UNIT-1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Engineering-Introduction-UNIT-1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Engineering-Introduction-UNIT-1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Engineering-Introduction-UNIT-1-ppt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Engineering-Introduction-UNIT-1-pptx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Engineering-Introduction-UNIT-1-pptx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Engineering-Introduction-UNIT-1-pptx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Engineering-Introduction-UNIT-1-pptx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Engineering-Introduction-UNIT-1-pptx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Engineering-Introduction-UNIT-1-pptx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Engineering-Introduction-UNIT-1-pptx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Engineering-Introduction-UNIT-1-pptx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Engineering-Introduction-UNIT-1-pptx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Engineering-Introduction-UNIT-1-pptx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Engineering-Introduction-UNIT-1-pptx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Engineering-Introduction-UNIT-1-pptx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oftware-Engineering-Introduction-UNIT-1-pptx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Software-Engineering-Introduction-UNIT-1-pptx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Software-Engineering-Introduction-UNIT-1-pptx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Software-Engineering-Introduction-UNIT-1-pptx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Software-Engineering-Introduction-UNIT-1-pptx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Software-Engineering-Introduction-UNIT-1-pptx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Software-Engineering-Introduction-UNIT-1-pptx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Software-Engineering-Introduction-UNIT-1-pptx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Software-Engineering-Introduction-UNIT-1-pptx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Software-Engineering-Introduction-UNIT-1-pptx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Software-Engineering-Introduction-UNIT-1-pptx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Software-Engineering-Introduction-UNIT-1-pptx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Software-Engineering-Introduction-UNIT-1-pptx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oftware-Engineering-Introduction-UNIT-1-pptx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Software-Engineering-Introduction-UNIT-1-pptx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Software-Engineering-Introduction-UNIT-1-pptx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Software-Engineering-Introduction-UNIT-1-pptx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Software-Engineering-Introduction-UNIT-1-pptx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Software-Engineering-Introduction-UNIT-1-pptx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Software-Engineering-Introduction-UNIT-1-pptx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Software-Engineering-Introduction-UNIT-1-pptx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Software-Engineering-Introduction-UNIT-1-pptx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Software-Engineering-Introduction-UNIT-1-pptx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Software-Engineering-Introduction-UNIT-1-pptx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Software-Engineering-Introduction-UNIT-1-pptx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Software-Engineering-Introduction-UNIT-1-pptx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-Software-Engineering-Introduction-UNIT-1-pptx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Software-Engineering-Introduction-UNIT-1-pptx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Software-Engineering-Introduction-UNIT-1-pptx-5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Software-Engineering-Introduction-UNIT-1-pptx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Software-Engineering-Introduction-UNIT-1-pptx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-Software-Engineering-Introduction-UNIT-1-pptx-5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-Software-Engineering-Introduction-UNIT-1-pptx-5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-Software-Engineering-Introduction-UNIT-1-pptx-5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-Software-Engineering-Introduction-UNIT-1-pptx-5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-Software-Engineering-Introduction-UNIT-1-pptx-5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-Software-Engineering-Introduction-UNIT-1-pptx-5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-Software-Engineering-Introduction-UNIT-1-pptx-6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-Software-Engineering-Introduction-UNIT-1-pptx-6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-Software-Engineering-Introduction-UNIT-1-pptx-6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-Software-Engineering-Introduction-UNIT-1-pptx-6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-Software-Engineering-Introduction-UNIT-1-pptx-6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